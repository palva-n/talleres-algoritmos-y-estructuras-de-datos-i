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12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4" name="Shape 2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 del taller: Modelado OO de un sistema embebido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CE1103 · Algoritmos y Estructuras de Datos I  Progresión de retos guiados en C#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Contexto: lo que ya tenemos funcionando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916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Raspberry Pi Pico 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031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un firmware en MicroPython que espera comandos por serial (ISDARK, READID, LEDON, LEDOFF).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246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 en C#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657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solo manda un comando por consola y muestra la respuesta cruda.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 txBox="1"/>
          <p:nvPr/>
        </p:nvSpPr>
        <p:spPr>
          <a:xfrm>
            <a:off x="82296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800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 de hoy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5212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refactorizar ese programa aplicando los conceptos de la lección: interfaces, encapsulamiento, polimorfismo y composición.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 1 DE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Encapsular la comunicación serial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777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una clase de comunicación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Refactorizar el programa para que exista una clase cuya única responsabilidad sea enviar comandos por serial y devolver la respuesta.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2C39A">
              <a:alpha val="15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OOP: </a:t>
            </a:r>
            <a:r>
              <a:rPr lang="en-US" sz="1300" i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resto del programa no necesita saber cómo se abre un SerialPort ni cómo se lee una línea.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saber que quedó bien?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319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clase (ej. ConexionSerial) con un método EnviarComando(string).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Main() ya no llama directo a </a:t>
            </a:r>
            <a:r>
              <a:rPr lang="en-US" sz="140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SerialPort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llama a la clase.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Probaron que ISDARK y READID siguen funcionando igual que antes.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00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1. ConexionSerial.cs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referencia para quienes se atrasaron o quieren comparar su solución.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4937760"/>
          </a:xfrm>
          <a:prstGeom prst="roundRect">
            <a:avLst>
              <a:gd name="adj" fmla="val 1111"/>
            </a:avLst>
          </a:prstGeom>
          <a:solidFill>
            <a:srgbClr val="1E1E1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ConexionSerial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SerialPort puerto;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ConexionSerial(string nombrePuerto)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puerto = new SerialPort(nombrePuerto, 115200)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ReadTimeout = 15000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puerto.Open();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EnviarComando(string comando)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puerto.WriteLine(comando);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puerto.ReadLine().Trim();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 2 DE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 y control de acceso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777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contra una lista de IDs conocidos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clase que herede de ConexionSerial y agregue la lógica de verificar si un UID leído está en un arreglo de IDs permitidos.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2C39A">
              <a:alpha val="15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OOP: </a:t>
            </a: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Herencia. la nueva clase reutiliza EnviarComando() sin reescribir la conexión serial.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saber que quedó bien?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319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nueva hereda de ConexionSerial (: ConexionSerial).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 método que devuelve true/false según si el UID está permitido.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arreglo de IDs permitidos vive en esta clase, no en el Main().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00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2 — LectorControlAcceso.cs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referencia para quienes se atrasaron o quieren comparar su solución.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4937760"/>
          </a:xfrm>
          <a:prstGeom prst="roundRect">
            <a:avLst>
              <a:gd name="adj" fmla="val 1111"/>
            </a:avLst>
          </a:prstGeom>
          <a:solidFill>
            <a:srgbClr val="1E1E1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LectorControlAcceso : ConexionSerial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string[] idsPermitidos =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"C23B0307",  // tarjeta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"24962107"   // llavero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LectorControlAcceso(string puerto)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base(puerto) {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 VerificarAcceso()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uid = EnviarComando("READID");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Array.Exists(idsPermitidos,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 =&gt; id == uid);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 3 DE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interfaz común para los sensores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777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ISensor y hacer sensores intercambiables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interfaz ISensor con un método Leer(), y hacer que la clase del LDR y la del RFID la </a:t>
            </a:r>
            <a:r>
              <a:rPr lang="en-US" sz="140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implementen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aunque cada una mande un comando serial distinto por dentro.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2C39A">
              <a:alpha val="15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OOP: </a:t>
            </a:r>
            <a:r>
              <a:rPr lang="en-US" sz="1300" i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resto del programa solo conoce ISensor.Leer(), nunca sabe si es un LDR o un RFID.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saber que quedó bien?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319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interfaz ISensor con al menos el método string Leer().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SensorLuz y SensorRFID implementan ISensor cada uno a su manera.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RECIBEN una ConexionSerial ya abierta (no heredan de ella) — así comparten un mismo puerto COM sin pelear por abrirlo dos veces.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00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3 — ISensor.cs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referencia para quienes se atrasaron o quieren comparar su solución.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4937760"/>
          </a:xfrm>
          <a:prstGeom prst="roundRect">
            <a:avLst>
              <a:gd name="adj" fmla="val 1111"/>
            </a:avLst>
          </a:prstGeom>
          <a:solidFill>
            <a:srgbClr val="1E1E1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ISensor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Leer();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Reciben la conexion por parametro (composicion),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heredan de ConexionSerial. Asi los dos sensores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pueden compartir el mismo puerto COM a la vez.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SensorLuz : ISensor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ConexionSerial conexion;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SensorLuz(ConexionSerial c) =&gt; conexion = c;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Leer() =&gt; conexion.EnviarComando("ISDARK");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SensorRFID : ISensor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ConexionSerial conexion;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SensorRFID(ConexionSerial c) =&gt; conexion = c;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Leer() =&gt; conexion.EnviarComando("READID");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 4 DE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controlador organiza el sistema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777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la clase Controlador (composición)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clase Controlador que contenga una lista de ISensor y sepa recorrerlos para leer a todos, en vez de llamar cada sensor suelto desde el Main().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2C39A">
              <a:alpha val="15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OOP: </a:t>
            </a:r>
            <a:r>
              <a:rPr lang="en-US" sz="1300" i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SistemaAlarma = sensores + controlador, tal como en la lección.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saber que quedó bien?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319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clase Controlador con una List&lt;ISensor&gt; interna.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método Agregar(ISensor) y otro para leer todos los sensores.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Main() solo interactúa con el Controlador, no con los sensores directamente.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00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4 — Controlador.cs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referencia para quienes se atrasaron o quieren comparar su solución.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4937760"/>
          </a:xfrm>
          <a:prstGeom prst="roundRect">
            <a:avLst>
              <a:gd name="adj" fmla="val 1111"/>
            </a:avLst>
          </a:prstGeom>
          <a:solidFill>
            <a:srgbClr val="1E1E1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Controlador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List&lt;ISensor&gt; sensores = new();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Agregar(ISensor s)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sensores.Add(s);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LeerTodos()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(var s in sensores)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Console.WriteLine(s.Leer());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 5 DE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 de capacidad del sistema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GUIADO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777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Rechazar sensores más allá del máximo permitido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Controlador del reto anterior, agregar la regla: máximo 2 sensores registrados. Si se intenta agregar un tercero, se rechaza y se notifica, sin romper el programa.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2C39A">
              <a:alpha val="15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OOP: </a:t>
            </a: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 </a:t>
            </a:r>
            <a:r>
              <a:rPr lang="en-US" sz="1300" i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la lección lo plantea así: si cantidadSensores &lt; 2, registrar; si no, informar.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saber que quedó bien?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319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Agregar() valida la cantidad actual antes de agregar.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intentar un tercer sensor, se imprime un mensaje claro (no una excepción).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sigue funcionando con los 2 sensores ya registrados.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200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5 — Controlador.cs (actualizado)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referencia para quienes se atrasaron o quieren comparar su solución.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4937760"/>
          </a:xfrm>
          <a:prstGeom prst="roundRect">
            <a:avLst>
              <a:gd name="adj" fmla="val 1111"/>
            </a:avLst>
          </a:prstGeom>
          <a:solidFill>
            <a:srgbClr val="1E1E1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const int MAX_SENSORES = 2;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Agregar(ISensor s)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(sensores.Count &lt; MAX_SENSORES)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sensores.Add(s);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"Capacidad máxima alcanzada");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Síntesis: de un script a un sistema orientado a objetos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019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 (Reto 1), la conexión serial queda oculta detrás de una clase.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791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(Reto 2), reutilizamos comportamiento sin repetir código.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 txBox="1"/>
          <p:nvPr/>
        </p:nvSpPr>
        <p:spPr>
          <a:xfrm>
            <a:off x="73152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564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(Reto 3), distintos sensores responden al mismo contrato.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2519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 txBox="1"/>
          <p:nvPr/>
        </p:nvSpPr>
        <p:spPr>
          <a:xfrm>
            <a:off x="73152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33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(Reto 4), el Controlador organiza sensores como partes de un todo.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0292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8" name="Text 16"/>
          <p:cNvSpPr txBox="1"/>
          <p:nvPr/>
        </p:nvSpPr>
        <p:spPr>
          <a:xfrm>
            <a:off x="73152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1091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diseño (Reto </a:t>
            </a: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5), 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respeta límites del mundo físico real.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1286</Words>
  <Application>Microsoft Office PowerPoint</Application>
  <PresentationFormat>Panorámica</PresentationFormat>
  <Paragraphs>202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JORGE PABLO PORRAS ALVARADO</cp:lastModifiedBy>
  <cp:revision>2</cp:revision>
  <dcterms:created xsi:type="dcterms:W3CDTF">2026-09-21T04:23:51Z</dcterms:created>
  <dcterms:modified xsi:type="dcterms:W3CDTF">2026-09-21T04:40:33Z</dcterms:modified>
</cp:coreProperties>
</file>